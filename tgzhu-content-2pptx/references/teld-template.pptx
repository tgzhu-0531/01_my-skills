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  <p:sldMasterId id="2147483671" r:id="rId3"/>
    <p:sldMasterId id="2147483684" r:id="rId4"/>
  </p:sldMasterIdLst>
  <p:notesMasterIdLst>
    <p:notesMasterId r:id="rId6"/>
  </p:notesMasterIdLst>
  <p:sldIdLst>
    <p:sldId id="5419" r:id="rId5"/>
  </p:sldIdLst>
  <p:sldSz cx="12190413" cy="6859588"/>
  <p:notesSz cx="6858000" cy="9144000"/>
  <p:custDataLst>
    <p:tags r:id="rId7"/>
  </p:custDataLst>
  <p:defaultTextStyle>
    <a:defPPr>
      <a:defRPr lang="zh-CN"/>
    </a:defPPr>
    <a:lvl1pPr marL="0" lvl="0" indent="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09600" lvl="1" indent="-1524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19200" lvl="2" indent="-3048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828800" lvl="3" indent="-4572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438400" lvl="4" indent="-6096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6096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6096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6096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609600" algn="l" defTabSz="1219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dmin" initials="A" lastIdx="0" clrIdx="6"/>
  <p:cmAuthor id="1" name="lenovo" initials="l" lastIdx="0" clrIdx="0"/>
  <p:cmAuthor id="8" name="8617854114668" initials="8" lastIdx="0" clrIdx="7"/>
  <p:cmAuthor id="2" name="柏岩 何" initials="柏岩" lastIdx="0" clrIdx="1"/>
  <p:cmAuthor id="9" name="HP" initials="H" lastIdx="0" clrIdx="8"/>
  <p:cmAuthor id="3" name="贾志云" initials="贾志云" lastIdx="0" clrIdx="2"/>
  <p:cmAuthor id="10" name="作者" initials="A" lastIdx="0" clrIdx="9"/>
  <p:cmAuthor id="4" name="王玮" initials="王" lastIdx="0" clrIdx="3"/>
  <p:cmAuthor id="11" name="Hu Yingjian" initials="HY" lastIdx="0" clrIdx="10"/>
  <p:cmAuthor id="5" name="李东桓" initials="李" lastIdx="0" clrIdx="4"/>
  <p:cmAuthor id="6" name="James Cheng" initials="J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4"/>
    <a:srgbClr val="FFFF99"/>
    <a:srgbClr val="000000"/>
    <a:srgbClr val="63E2EF"/>
    <a:srgbClr val="73D0DF"/>
    <a:srgbClr val="64B9C0"/>
    <a:srgbClr val="E7E7E7"/>
    <a:srgbClr val="5C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29"/>
    <p:restoredTop sz="93188" autoAdjust="0"/>
  </p:normalViewPr>
  <p:slideViewPr>
    <p:cSldViewPr showGuides="1">
      <p:cViewPr varScale="1">
        <p:scale>
          <a:sx n="99" d="100"/>
          <a:sy n="99" d="100"/>
        </p:scale>
        <p:origin x="1302" y="84"/>
      </p:cViewPr>
      <p:guideLst>
        <p:guide orient="horz" pos="2184"/>
        <p:guide pos="3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buFont typeface="Arial" panose="020B0604020202020204" pitchFamily="34" charset="0"/>
              <a:buNone/>
              <a:defRPr sz="1200" noProof="1">
                <a:latin typeface="+mn-lt"/>
                <a:ea typeface="+mn-ea"/>
              </a:defRPr>
            </a:lvl1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609600" marR="0" lvl="1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1219200" marR="0" lvl="2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828800" marR="0" lvl="3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2438400" marR="0" lvl="4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Char char="•"/>
              <a:defRPr sz="1200" noProof="1"/>
            </a:lvl1pPr>
          </a:lstStyle>
          <a:p>
            <a:pPr marL="0" marR="0" lvl="0" indent="0" algn="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fld id="{8D0BF41E-9F34-4D13-8A5D-076A882F89B2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21920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470D-9AB2-31D9-8258-F693F516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A1C96E-E5FA-9FDB-1024-7D6607893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7D20B1-4B74-AF80-5895-F8C391290D66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67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420581" y="270458"/>
            <a:ext cx="10798595" cy="720166"/>
          </a:xfrm>
          <a:prstGeom prst="rect">
            <a:avLst/>
          </a:prstGeom>
        </p:spPr>
        <p:txBody>
          <a:bodyPr/>
          <a:lstStyle>
            <a:lvl1pPr>
              <a:defRPr sz="2965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7923D-4795-44EC-8A8C-85C998B1124C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8FA9D-68E9-4A74-BC39-1720530A8D30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612219" y="1475745"/>
            <a:ext cx="10026010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1606922" y="1731072"/>
            <a:ext cx="10031308" cy="1892263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1612306" y="3737056"/>
            <a:ext cx="10025923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606831" y="3992382"/>
            <a:ext cx="10031397" cy="1891714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6" name="Text Placeholder 9" descr="Type:FootnoteFooter;FootnoteCount:0;"/>
          <p:cNvSpPr>
            <a:spLocks noGrp="1"/>
          </p:cNvSpPr>
          <p:nvPr>
            <p:ph type="body" sz="quarter" idx="18"/>
          </p:nvPr>
        </p:nvSpPr>
        <p:spPr>
          <a:xfrm>
            <a:off x="1606535" y="6106309"/>
            <a:ext cx="10031694" cy="293285"/>
          </a:xfrm>
          <a:prstGeom prst="rect">
            <a:avLst/>
          </a:prstGeom>
        </p:spPr>
        <p:txBody>
          <a:bodyPr tIns="137160" bIns="45720" anchor="b" anchorCtr="0">
            <a:spAutoFit/>
          </a:bodyPr>
          <a:lstStyle>
            <a:lvl1pPr marL="104775" indent="-104775">
              <a:spcBef>
                <a:spcPts val="0"/>
              </a:spcBef>
              <a:spcAft>
                <a:spcPts val="0"/>
              </a:spcAft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4" name="Text Placeholder 5" descr="Type:SectionFooter;"/>
          <p:cNvSpPr>
            <a:spLocks noGrp="1"/>
          </p:cNvSpPr>
          <p:nvPr>
            <p:ph type="body" sz="quarter" idx="11"/>
          </p:nvPr>
        </p:nvSpPr>
        <p:spPr>
          <a:xfrm>
            <a:off x="556420" y="6399954"/>
            <a:ext cx="8865755" cy="168379"/>
          </a:xfrm>
          <a:prstGeom prst="rect">
            <a:avLst/>
          </a:prstGeom>
        </p:spPr>
        <p:txBody>
          <a:bodyPr wrap="square" tIns="45720" bIns="0">
            <a:spAutoFit/>
          </a:bodyPr>
          <a:lstStyle>
            <a:lvl1pPr marL="0" indent="0">
              <a:spcAft>
                <a:spcPts val="0"/>
              </a:spcAft>
              <a:buNone/>
              <a:defRPr sz="795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2466680" y="816266"/>
            <a:ext cx="9171548" cy="309626"/>
          </a:xfrm>
          <a:prstGeom prst="rect">
            <a:avLst/>
          </a:prstGeom>
        </p:spPr>
        <p:txBody>
          <a:bodyPr wrap="square" tIns="45715" bIns="45715">
            <a:spAutoFit/>
          </a:bodyPr>
          <a:lstStyle>
            <a:lvl1pPr>
              <a:defRPr sz="1410" b="1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0" name="Title Placeholder 18"/>
          <p:cNvSpPr>
            <a:spLocks noGrp="1"/>
          </p:cNvSpPr>
          <p:nvPr>
            <p:ph type="title"/>
          </p:nvPr>
        </p:nvSpPr>
        <p:spPr>
          <a:xfrm>
            <a:off x="2466680" y="508418"/>
            <a:ext cx="7050967" cy="181588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717" y="6173344"/>
            <a:ext cx="2844279" cy="3683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7923D-4795-44EC-8A8C-85C998B1124C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8FA9D-68E9-4A74-BC39-1720530A8D30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612219" y="1475745"/>
            <a:ext cx="10026010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1606922" y="1731072"/>
            <a:ext cx="10031308" cy="1892263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1612306" y="3737056"/>
            <a:ext cx="10025923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606831" y="3992382"/>
            <a:ext cx="10031397" cy="1891714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6" name="Text Placeholder 9" descr="Type:FootnoteFooter;FootnoteCount:0;"/>
          <p:cNvSpPr>
            <a:spLocks noGrp="1"/>
          </p:cNvSpPr>
          <p:nvPr>
            <p:ph type="body" sz="quarter" idx="18"/>
          </p:nvPr>
        </p:nvSpPr>
        <p:spPr>
          <a:xfrm>
            <a:off x="1606535" y="6106309"/>
            <a:ext cx="10031694" cy="293285"/>
          </a:xfrm>
          <a:prstGeom prst="rect">
            <a:avLst/>
          </a:prstGeom>
        </p:spPr>
        <p:txBody>
          <a:bodyPr tIns="137160" bIns="45720" anchor="b" anchorCtr="0">
            <a:spAutoFit/>
          </a:bodyPr>
          <a:lstStyle>
            <a:lvl1pPr marL="104775" indent="-104775">
              <a:spcBef>
                <a:spcPts val="0"/>
              </a:spcBef>
              <a:spcAft>
                <a:spcPts val="0"/>
              </a:spcAft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4" name="Text Placeholder 5" descr="Type:SectionFooter;"/>
          <p:cNvSpPr>
            <a:spLocks noGrp="1"/>
          </p:cNvSpPr>
          <p:nvPr>
            <p:ph type="body" sz="quarter" idx="11"/>
          </p:nvPr>
        </p:nvSpPr>
        <p:spPr>
          <a:xfrm>
            <a:off x="556420" y="6399954"/>
            <a:ext cx="8865755" cy="168379"/>
          </a:xfrm>
          <a:prstGeom prst="rect">
            <a:avLst/>
          </a:prstGeom>
        </p:spPr>
        <p:txBody>
          <a:bodyPr wrap="square" tIns="45720" bIns="0">
            <a:spAutoFit/>
          </a:bodyPr>
          <a:lstStyle>
            <a:lvl1pPr marL="0" indent="0">
              <a:spcAft>
                <a:spcPts val="0"/>
              </a:spcAft>
              <a:buNone/>
              <a:defRPr sz="795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2466680" y="816266"/>
            <a:ext cx="9171548" cy="309626"/>
          </a:xfrm>
          <a:prstGeom prst="rect">
            <a:avLst/>
          </a:prstGeom>
        </p:spPr>
        <p:txBody>
          <a:bodyPr wrap="square" tIns="45715" bIns="45715">
            <a:spAutoFit/>
          </a:bodyPr>
          <a:lstStyle>
            <a:lvl1pPr>
              <a:defRPr sz="1410" b="1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0" name="Title Placeholder 18"/>
          <p:cNvSpPr>
            <a:spLocks noGrp="1"/>
          </p:cNvSpPr>
          <p:nvPr>
            <p:ph type="title"/>
          </p:nvPr>
        </p:nvSpPr>
        <p:spPr>
          <a:xfrm>
            <a:off x="2466680" y="508418"/>
            <a:ext cx="7050967" cy="181588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F6C71B-C8B9-4459-B9BE-888D5586A0B5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FF144A-3DB3-4912-99C4-94581E4253D5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7923D-4795-44EC-8A8C-85C998B1124C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8FA9D-68E9-4A74-BC39-1720530A8D30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612219" y="1475745"/>
            <a:ext cx="10026010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1606922" y="1731072"/>
            <a:ext cx="10031308" cy="1892263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1612306" y="3737056"/>
            <a:ext cx="10025923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606831" y="3992382"/>
            <a:ext cx="10031397" cy="1891714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6" name="Text Placeholder 9" descr="Type:FootnoteFooter;FootnoteCount:0;"/>
          <p:cNvSpPr>
            <a:spLocks noGrp="1"/>
          </p:cNvSpPr>
          <p:nvPr>
            <p:ph type="body" sz="quarter" idx="18"/>
          </p:nvPr>
        </p:nvSpPr>
        <p:spPr>
          <a:xfrm>
            <a:off x="1606535" y="6106309"/>
            <a:ext cx="10031694" cy="293285"/>
          </a:xfrm>
          <a:prstGeom prst="rect">
            <a:avLst/>
          </a:prstGeom>
        </p:spPr>
        <p:txBody>
          <a:bodyPr tIns="137160" bIns="45720" anchor="b" anchorCtr="0">
            <a:spAutoFit/>
          </a:bodyPr>
          <a:lstStyle>
            <a:lvl1pPr marL="104775" indent="-104775">
              <a:spcBef>
                <a:spcPts val="0"/>
              </a:spcBef>
              <a:spcAft>
                <a:spcPts val="0"/>
              </a:spcAft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4" name="Text Placeholder 5" descr="Type:SectionFooter;"/>
          <p:cNvSpPr>
            <a:spLocks noGrp="1"/>
          </p:cNvSpPr>
          <p:nvPr>
            <p:ph type="body" sz="quarter" idx="11"/>
          </p:nvPr>
        </p:nvSpPr>
        <p:spPr>
          <a:xfrm>
            <a:off x="556420" y="6399954"/>
            <a:ext cx="8865755" cy="168379"/>
          </a:xfrm>
          <a:prstGeom prst="rect">
            <a:avLst/>
          </a:prstGeom>
        </p:spPr>
        <p:txBody>
          <a:bodyPr wrap="square" tIns="45720" bIns="0">
            <a:spAutoFit/>
          </a:bodyPr>
          <a:lstStyle>
            <a:lvl1pPr marL="0" indent="0">
              <a:spcAft>
                <a:spcPts val="0"/>
              </a:spcAft>
              <a:buNone/>
              <a:defRPr sz="795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2466680" y="816266"/>
            <a:ext cx="9171548" cy="309626"/>
          </a:xfrm>
          <a:prstGeom prst="rect">
            <a:avLst/>
          </a:prstGeom>
        </p:spPr>
        <p:txBody>
          <a:bodyPr wrap="square" tIns="45715" bIns="45715">
            <a:spAutoFit/>
          </a:bodyPr>
          <a:lstStyle>
            <a:lvl1pPr>
              <a:defRPr sz="1410" b="1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0" name="Title Placeholder 18"/>
          <p:cNvSpPr>
            <a:spLocks noGrp="1"/>
          </p:cNvSpPr>
          <p:nvPr>
            <p:ph type="title"/>
          </p:nvPr>
        </p:nvSpPr>
        <p:spPr>
          <a:xfrm>
            <a:off x="2466680" y="508418"/>
            <a:ext cx="7050967" cy="181588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F6C71B-C8B9-4459-B9BE-888D5586A0B5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FF144A-3DB3-4912-99C4-94581E4253D5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7923D-4795-44EC-8A8C-85C998B1124C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8FA9D-68E9-4A74-BC39-1720530A8D30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612219" y="1475745"/>
            <a:ext cx="10026010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1606922" y="1731072"/>
            <a:ext cx="10031308" cy="1892263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1612306" y="3737056"/>
            <a:ext cx="10025923" cy="255326"/>
          </a:xfrm>
          <a:prstGeom prst="rect">
            <a:avLst/>
          </a:prstGeom>
        </p:spPr>
        <p:txBody>
          <a:bodyPr wrap="square" bIns="45720" anchor="b" anchorCtr="0">
            <a:spAutoFit/>
          </a:bodyPr>
          <a:lstStyle>
            <a:lvl1pPr algn="ctr">
              <a:defRPr sz="1060" b="1" baseline="0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606831" y="3992382"/>
            <a:ext cx="10031397" cy="1891714"/>
          </a:xfrm>
          <a:prstGeom prst="rect">
            <a:avLst/>
          </a:prstGeom>
        </p:spPr>
        <p:txBody>
          <a:bodyPr tIns="45720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6" name="Text Placeholder 9" descr="Type:FootnoteFooter;FootnoteCount:0;"/>
          <p:cNvSpPr>
            <a:spLocks noGrp="1"/>
          </p:cNvSpPr>
          <p:nvPr>
            <p:ph type="body" sz="quarter" idx="18"/>
          </p:nvPr>
        </p:nvSpPr>
        <p:spPr>
          <a:xfrm>
            <a:off x="1606535" y="6106309"/>
            <a:ext cx="10031694" cy="293285"/>
          </a:xfrm>
          <a:prstGeom prst="rect">
            <a:avLst/>
          </a:prstGeom>
        </p:spPr>
        <p:txBody>
          <a:bodyPr tIns="137160" bIns="45720" anchor="b" anchorCtr="0">
            <a:spAutoFit/>
          </a:bodyPr>
          <a:lstStyle>
            <a:lvl1pPr marL="104775" indent="-104775">
              <a:spcBef>
                <a:spcPts val="0"/>
              </a:spcBef>
              <a:spcAft>
                <a:spcPts val="0"/>
              </a:spcAft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4775" indent="-104775">
              <a:defRPr sz="705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4" name="Text Placeholder 5" descr="Type:SectionFooter;"/>
          <p:cNvSpPr>
            <a:spLocks noGrp="1"/>
          </p:cNvSpPr>
          <p:nvPr>
            <p:ph type="body" sz="quarter" idx="11"/>
          </p:nvPr>
        </p:nvSpPr>
        <p:spPr>
          <a:xfrm>
            <a:off x="556420" y="6399954"/>
            <a:ext cx="8865755" cy="168379"/>
          </a:xfrm>
          <a:prstGeom prst="rect">
            <a:avLst/>
          </a:prstGeom>
        </p:spPr>
        <p:txBody>
          <a:bodyPr wrap="square" tIns="45720" bIns="0">
            <a:spAutoFit/>
          </a:bodyPr>
          <a:lstStyle>
            <a:lvl1pPr marL="0" indent="0">
              <a:spcAft>
                <a:spcPts val="0"/>
              </a:spcAft>
              <a:buNone/>
              <a:defRPr sz="795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2466680" y="816266"/>
            <a:ext cx="9171548" cy="309626"/>
          </a:xfrm>
          <a:prstGeom prst="rect">
            <a:avLst/>
          </a:prstGeom>
        </p:spPr>
        <p:txBody>
          <a:bodyPr wrap="square" tIns="45715" bIns="45715">
            <a:spAutoFit/>
          </a:bodyPr>
          <a:lstStyle>
            <a:lvl1pPr>
              <a:defRPr sz="1410" b="1">
                <a:solidFill>
                  <a:srgbClr val="00355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0" name="Title Placeholder 18"/>
          <p:cNvSpPr>
            <a:spLocks noGrp="1"/>
          </p:cNvSpPr>
          <p:nvPr>
            <p:ph type="title"/>
          </p:nvPr>
        </p:nvSpPr>
        <p:spPr>
          <a:xfrm>
            <a:off x="2466680" y="508418"/>
            <a:ext cx="7050967" cy="181588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F6C71B-C8B9-4459-B9BE-888D5586A0B5}" type="datetimeFigureOut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2026/7/15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FF144A-3DB3-4912-99C4-94581E4253D5}" type="slidenum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444512" y="424392"/>
            <a:ext cx="11516925" cy="466916"/>
            <a:chOff x="993197" y="248738"/>
            <a:chExt cx="10757342" cy="43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197" y="384967"/>
              <a:ext cx="10757342" cy="299667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9427388" y="248738"/>
              <a:ext cx="0" cy="316194"/>
            </a:xfrm>
            <a:prstGeom prst="line">
              <a:avLst/>
            </a:prstGeom>
            <a:ln w="19050">
              <a:solidFill>
                <a:srgbClr val="00A7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 descr="图片包含 游戏机, 标志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71" y="284317"/>
            <a:ext cx="1002141" cy="513843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9547501" y="460804"/>
            <a:ext cx="1995418" cy="287771"/>
            <a:chOff x="12927720" y="2042214"/>
            <a:chExt cx="1885760" cy="271854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12927720" y="2042214"/>
              <a:ext cx="1885760" cy="271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70" spc="317" dirty="0">
                  <a:solidFill>
                    <a:srgbClr val="00A6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  重新连接世界</a:t>
              </a:r>
            </a:p>
          </p:txBody>
        </p:sp>
        <p:pic>
          <p:nvPicPr>
            <p:cNvPr id="13" name="图形 12" descr="闪电 纯色填充"/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 rot="674724">
              <a:off x="13361409" y="2085202"/>
              <a:ext cx="222975" cy="22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717" y="6173344"/>
            <a:ext cx="2844279" cy="3683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864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528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92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1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>
          <a:solidFill>
            <a:schemeClr val="tx1"/>
          </a:solidFill>
          <a:latin typeface="+mn-lt"/>
          <a:ea typeface="+mn-ea"/>
        </a:defRPr>
      </a:lvl2pPr>
      <a:lvl3pPr marL="1370330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91960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46697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16885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6489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1353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6217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28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92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56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057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21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78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864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528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92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1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>
          <a:solidFill>
            <a:schemeClr val="tx1"/>
          </a:solidFill>
          <a:latin typeface="+mn-lt"/>
          <a:ea typeface="+mn-ea"/>
        </a:defRPr>
      </a:lvl2pPr>
      <a:lvl3pPr marL="1370330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91960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46697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16885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6489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1353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6217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28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92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56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057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21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78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864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528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92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1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>
          <a:solidFill>
            <a:schemeClr val="tx1"/>
          </a:solidFill>
          <a:latin typeface="+mn-lt"/>
          <a:ea typeface="+mn-ea"/>
        </a:defRPr>
      </a:lvl2pPr>
      <a:lvl3pPr marL="1370330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91960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46697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16885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6489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1353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6217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28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92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56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057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21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78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77FCFC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864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528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92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1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>
          <a:solidFill>
            <a:schemeClr val="tx1"/>
          </a:solidFill>
          <a:latin typeface="+mn-lt"/>
          <a:ea typeface="+mn-ea"/>
        </a:defRPr>
      </a:lvl2pPr>
      <a:lvl3pPr marL="1370330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91960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466975" indent="-2730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16885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6489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1353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62170" indent="-27432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28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92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56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057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21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78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8ADE-4DD7-4FCA-8334-8C8B8587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E9F5AA4-9292-4A87-FFE2-9CB5A4F2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21" y="321254"/>
            <a:ext cx="7704535" cy="47206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ym typeface="微软雅黑" panose="020B0503020204020204" pitchFamily="34" charset="-122"/>
              </a:rPr>
              <a:t>这是主标题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3ACE92-512F-01F8-30BF-70EA88B05339}"/>
              </a:ext>
            </a:extLst>
          </p:cNvPr>
          <p:cNvSpPr txBox="1"/>
          <p:nvPr/>
        </p:nvSpPr>
        <p:spPr>
          <a:xfrm>
            <a:off x="386473" y="1016748"/>
            <a:ext cx="11079119" cy="3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8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这是副标题</a:t>
            </a:r>
            <a:endParaRPr kumimoji="1" lang="en-US" altLang="zh-CN" sz="148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8731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d5e93b6-9b44-427a-ac24-710176c49c99"/>
  <p:tag name="COMMONDATA" val="eyJoZGlkIjoiNWMyZTExMmExNWQ3OTFiZDAwM2I4YzNhZmI4YTFkZDgifQ=="/>
  <p:tag name="RESOURCE_RECORD_KEY" val="{&quot;70&quot;:[3314308,3314344,3323367,3314651,3321416,3321482]}"/>
</p:tagLst>
</file>

<file path=ppt/theme/theme1.xml><?xml version="1.0" encoding="utf-8"?>
<a:theme xmlns:a="http://schemas.openxmlformats.org/drawingml/2006/main" name="2_Office 主题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DA4"/>
      </a:accent1>
      <a:accent2>
        <a:srgbClr val="00AFD2"/>
      </a:accent2>
      <a:accent3>
        <a:srgbClr val="76D1E0"/>
      </a:accent3>
      <a:accent4>
        <a:srgbClr val="E6E7E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DA4"/>
      </a:accent1>
      <a:accent2>
        <a:srgbClr val="00AFD2"/>
      </a:accent2>
      <a:accent3>
        <a:srgbClr val="76D1E0"/>
      </a:accent3>
      <a:accent4>
        <a:srgbClr val="E6E7E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DA4"/>
      </a:accent1>
      <a:accent2>
        <a:srgbClr val="00AFD2"/>
      </a:accent2>
      <a:accent3>
        <a:srgbClr val="76D1E0"/>
      </a:accent3>
      <a:accent4>
        <a:srgbClr val="E6E7E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DA4"/>
      </a:accent1>
      <a:accent2>
        <a:srgbClr val="00AFD2"/>
      </a:accent2>
      <a:accent3>
        <a:srgbClr val="76D1E0"/>
      </a:accent3>
      <a:accent4>
        <a:srgbClr val="E6E7E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</Words>
  <Application>Microsoft Office PowerPoint</Application>
  <PresentationFormat>自定义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微软雅黑</vt:lpstr>
      <vt:lpstr>Arial</vt:lpstr>
      <vt:lpstr>Calibri</vt:lpstr>
      <vt:lpstr>2_Office 主题</vt:lpstr>
      <vt:lpstr>1_Office 主题</vt:lpstr>
      <vt:lpstr>3_Office 主题</vt:lpstr>
      <vt:lpstr>4_Office 主题</vt:lpstr>
      <vt:lpstr>这是主标题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企业年会</dc:title>
  <dc:creator>Administrator</dc:creator>
  <cp:lastModifiedBy>w 朱</cp:lastModifiedBy>
  <cp:revision>1409</cp:revision>
  <dcterms:created xsi:type="dcterms:W3CDTF">2016-04-25T03:42:00Z</dcterms:created>
  <dcterms:modified xsi:type="dcterms:W3CDTF">2026-07-15T06:46:34Z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A59941C5F1904FDFADCB12D8D02E380F_13</vt:lpwstr>
  </property>
</Properties>
</file>